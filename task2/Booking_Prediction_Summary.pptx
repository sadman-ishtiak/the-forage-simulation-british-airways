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B818E6-E613-4702-9C6B-B098A2D921F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879996-A18C-4EF4-9C10-C964785096B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F5BF37-2B60-40E0-9DB2-F38D3679C1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ED13FB-1500-40D2-9F8A-3BD429DD76F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62A71B-A6A3-419D-B1B3-48C49E8453E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639403-9BC4-4117-9C71-B467A83A383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7FBAFB-C9AC-419D-A54F-C69B496AC2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BB1953-25BD-4A28-971D-8294618908E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C3ABBC-2D29-4415-95F1-D70711DDB12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52AFB6-92BC-442D-AEAE-3BE1E75CF91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C11F62-E350-4C6C-95B8-D9B45C3EC5E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457200" y="18288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Executive Summary: Predicting Customer Booking Behavior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Octagon 2"/>
          <p:cNvSpPr/>
          <p:nvPr/>
        </p:nvSpPr>
        <p:spPr>
          <a:xfrm>
            <a:off x="457200" y="1097280"/>
            <a:ext cx="3200040" cy="1371240"/>
          </a:xfrm>
          <a:prstGeom prst="octagon">
            <a:avLst>
              <a:gd name="adj" fmla="val 29289"/>
            </a:avLst>
          </a:prstGeom>
          <a:solidFill>
            <a:srgbClr val="00204d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Model Accuracy: 96%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ROC-AUC Score: 0.997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3"/>
          <p:cNvSpPr/>
          <p:nvPr/>
        </p:nvSpPr>
        <p:spPr>
          <a:xfrm>
            <a:off x="457200" y="2743200"/>
            <a:ext cx="50288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Trip Type Preferences: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Circle Trips: Highest demand for extra baggage (78%).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Round Trips: 43% desire in-flight meals &amp; preferred seats.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Groups (3-5): Strongest preference for seat selection.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Booking Insights: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Decisive Window: Conversions peak at ~80 days lead time.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Top Markets: Malaysia, Australia, and China.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Strategic Recommendation: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Target customers in the 60-80 day window with personalized bundles (Baggage + Seat).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Picture 4" descr="booking_factors.png"/>
          <p:cNvPicPr/>
          <p:nvPr/>
        </p:nvPicPr>
        <p:blipFill>
          <a:blip r:embed="rId1"/>
          <a:stretch/>
        </p:blipFill>
        <p:spPr>
          <a:xfrm>
            <a:off x="5943600" y="1097280"/>
            <a:ext cx="5760360" cy="384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2026-05-16T13:43:44Z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